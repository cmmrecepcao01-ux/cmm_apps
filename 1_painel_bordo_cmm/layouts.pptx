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760" y="-8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08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25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72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71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35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75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2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01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991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50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97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0848-31B2-4E91-A217-0CF255E4B957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37686-79AB-4502-B408-B5A9971CCC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37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30725" y="-1090613"/>
            <a:ext cx="18205450" cy="904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de cantos arredondados 3"/>
          <p:cNvSpPr/>
          <p:nvPr/>
        </p:nvSpPr>
        <p:spPr>
          <a:xfrm>
            <a:off x="-1908720" y="-603448"/>
            <a:ext cx="12025336" cy="8136904"/>
          </a:xfrm>
          <a:prstGeom prst="roundRect">
            <a:avLst>
              <a:gd name="adj" fmla="val 3722"/>
            </a:avLst>
          </a:prstGeom>
          <a:solidFill>
            <a:srgbClr val="00660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 smtClean="0"/>
              <a:t>                           PAINEL RÁPIDO                              x </a:t>
            </a:r>
          </a:p>
          <a:p>
            <a:pPr algn="ctr"/>
            <a:endParaRPr lang="pt-BR" sz="4400" dirty="0"/>
          </a:p>
          <a:p>
            <a:pPr algn="ctr"/>
            <a:endParaRPr lang="pt-BR" sz="4400" dirty="0" smtClean="0"/>
          </a:p>
          <a:p>
            <a:pPr algn="ctr"/>
            <a:endParaRPr lang="pt-BR" sz="4400" dirty="0"/>
          </a:p>
          <a:p>
            <a:pPr algn="ctr"/>
            <a:endParaRPr lang="pt-BR" sz="4400" dirty="0" smtClean="0"/>
          </a:p>
          <a:p>
            <a:pPr algn="ctr"/>
            <a:endParaRPr lang="pt-BR" sz="4400" dirty="0"/>
          </a:p>
          <a:p>
            <a:pPr algn="ctr"/>
            <a:endParaRPr lang="pt-BR" sz="4400" dirty="0" smtClean="0"/>
          </a:p>
          <a:p>
            <a:pPr algn="ctr"/>
            <a:endParaRPr lang="pt-BR" sz="4400" dirty="0"/>
          </a:p>
          <a:p>
            <a:pPr algn="ctr"/>
            <a:endParaRPr lang="pt-BR" sz="4400" dirty="0" smtClean="0"/>
          </a:p>
          <a:p>
            <a:pPr algn="ctr"/>
            <a:endParaRPr lang="pt-BR" sz="4400" dirty="0"/>
          </a:p>
          <a:p>
            <a:pPr algn="ctr"/>
            <a:endParaRPr lang="pt-BR" sz="4400" dirty="0" smtClean="0"/>
          </a:p>
        </p:txBody>
      </p:sp>
      <p:sp>
        <p:nvSpPr>
          <p:cNvPr id="6" name="Retângulo de cantos arredondados 5"/>
          <p:cNvSpPr/>
          <p:nvPr/>
        </p:nvSpPr>
        <p:spPr>
          <a:xfrm>
            <a:off x="-1692696" y="2245853"/>
            <a:ext cx="3672408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MANUTENÇÃO DE FROTA</a:t>
            </a:r>
          </a:p>
        </p:txBody>
      </p:sp>
      <p:sp>
        <p:nvSpPr>
          <p:cNvPr id="7" name="Retângulo de cantos arredondados 6"/>
          <p:cNvSpPr/>
          <p:nvPr/>
        </p:nvSpPr>
        <p:spPr>
          <a:xfrm>
            <a:off x="2123728" y="692696"/>
            <a:ext cx="3816424" cy="1309416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CADÊ O CARRO?</a:t>
            </a:r>
          </a:p>
        </p:txBody>
      </p:sp>
      <p:sp>
        <p:nvSpPr>
          <p:cNvPr id="8" name="Retângulo de cantos arredondados 7"/>
          <p:cNvSpPr/>
          <p:nvPr/>
        </p:nvSpPr>
        <p:spPr>
          <a:xfrm>
            <a:off x="2123728" y="2245853"/>
            <a:ext cx="3816424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EXECUÇÃO CONTRATUAL</a:t>
            </a:r>
          </a:p>
        </p:txBody>
      </p:sp>
      <p:sp>
        <p:nvSpPr>
          <p:cNvPr id="9" name="Retângulo de cantos arredondados 8"/>
          <p:cNvSpPr/>
          <p:nvPr/>
        </p:nvSpPr>
        <p:spPr>
          <a:xfrm>
            <a:off x="6084168" y="2245853"/>
            <a:ext cx="3672408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SAT</a:t>
            </a:r>
          </a:p>
        </p:txBody>
      </p:sp>
      <p:sp>
        <p:nvSpPr>
          <p:cNvPr id="10" name="Retângulo de cantos arredondados 9"/>
          <p:cNvSpPr/>
          <p:nvPr/>
        </p:nvSpPr>
        <p:spPr>
          <a:xfrm>
            <a:off x="-1692696" y="3861048"/>
            <a:ext cx="3672408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SAF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2123728" y="3861048"/>
            <a:ext cx="3816424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UGE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6084168" y="3861048"/>
            <a:ext cx="3672408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MAT/COMB</a:t>
            </a: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-1687264" y="5301208"/>
            <a:ext cx="3672408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ADM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2129160" y="5301208"/>
            <a:ext cx="3816424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PESQUISA DE FROTA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6089600" y="5301208"/>
            <a:ext cx="3672408" cy="1296144"/>
          </a:xfrm>
          <a:prstGeom prst="roundRect">
            <a:avLst>
              <a:gd name="adj" fmla="val 8580"/>
            </a:avLst>
          </a:prstGeom>
          <a:solidFill>
            <a:srgbClr val="002060">
              <a:alpha val="82000"/>
            </a:srgb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PNCP</a:t>
            </a:r>
          </a:p>
        </p:txBody>
      </p:sp>
    </p:spTree>
    <p:extLst>
      <p:ext uri="{BB962C8B-B14F-4D97-AF65-F5344CB8AC3E}">
        <p14:creationId xmlns:p14="http://schemas.microsoft.com/office/powerpoint/2010/main" val="3134800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</Words>
  <Application>Microsoft Office PowerPoint</Application>
  <PresentationFormat>Apresentação na tela (4:3)</PresentationFormat>
  <Paragraphs>19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 MAYCON DE PAIVA HONORATO</dc:creator>
  <cp:lastModifiedBy>JOSE MAYCON DE PAIVA HONORATO</cp:lastModifiedBy>
  <cp:revision>2</cp:revision>
  <dcterms:created xsi:type="dcterms:W3CDTF">2026-06-15T12:32:39Z</dcterms:created>
  <dcterms:modified xsi:type="dcterms:W3CDTF">2026-06-15T13:02:24Z</dcterms:modified>
</cp:coreProperties>
</file>