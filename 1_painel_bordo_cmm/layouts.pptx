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-2760" y="-8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0848-31B2-4E91-A217-0CF255E4B957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37686-79AB-4502-B408-B5A9971CCC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086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0848-31B2-4E91-A217-0CF255E4B957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37686-79AB-4502-B408-B5A9971CCC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6253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0848-31B2-4E91-A217-0CF255E4B957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37686-79AB-4502-B408-B5A9971CCC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872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0848-31B2-4E91-A217-0CF255E4B957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37686-79AB-4502-B408-B5A9971CCC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710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0848-31B2-4E91-A217-0CF255E4B957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37686-79AB-4502-B408-B5A9971CCC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4355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0848-31B2-4E91-A217-0CF255E4B957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37686-79AB-4502-B408-B5A9971CCC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8751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0848-31B2-4E91-A217-0CF255E4B957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37686-79AB-4502-B408-B5A9971CCC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92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0848-31B2-4E91-A217-0CF255E4B957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37686-79AB-4502-B408-B5A9971CCC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10176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0848-31B2-4E91-A217-0CF255E4B957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37686-79AB-4502-B408-B5A9971CCC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29919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0848-31B2-4E91-A217-0CF255E4B957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37686-79AB-4502-B408-B5A9971CCC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75014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70848-31B2-4E91-A217-0CF255E4B957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37686-79AB-4502-B408-B5A9971CCC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5971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C70848-31B2-4E91-A217-0CF255E4B957}" type="datetimeFigureOut">
              <a:rPr lang="pt-BR" smtClean="0"/>
              <a:t>15/06/2026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37686-79AB-4502-B408-B5A9971CCC9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1378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530725" y="-1090613"/>
            <a:ext cx="18205450" cy="9040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Retângulo de cantos arredondados 3"/>
          <p:cNvSpPr/>
          <p:nvPr/>
        </p:nvSpPr>
        <p:spPr>
          <a:xfrm>
            <a:off x="-1908720" y="-603448"/>
            <a:ext cx="12025336" cy="8136904"/>
          </a:xfrm>
          <a:prstGeom prst="roundRect">
            <a:avLst>
              <a:gd name="adj" fmla="val 3722"/>
            </a:avLst>
          </a:prstGeom>
          <a:solidFill>
            <a:srgbClr val="006600">
              <a:alpha val="82000"/>
            </a:srgb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4400" dirty="0" smtClean="0"/>
              <a:t>                           PAINEL RÁPIDO                              x </a:t>
            </a:r>
          </a:p>
          <a:p>
            <a:pPr algn="ctr"/>
            <a:endParaRPr lang="pt-BR" sz="4400" dirty="0"/>
          </a:p>
          <a:p>
            <a:pPr algn="ctr"/>
            <a:endParaRPr lang="pt-BR" sz="4400" dirty="0" smtClean="0"/>
          </a:p>
          <a:p>
            <a:pPr algn="ctr"/>
            <a:endParaRPr lang="pt-BR" sz="4400" dirty="0"/>
          </a:p>
          <a:p>
            <a:pPr algn="ctr"/>
            <a:endParaRPr lang="pt-BR" sz="4400" dirty="0" smtClean="0"/>
          </a:p>
          <a:p>
            <a:pPr algn="ctr"/>
            <a:endParaRPr lang="pt-BR" sz="4400" dirty="0"/>
          </a:p>
          <a:p>
            <a:pPr algn="ctr"/>
            <a:endParaRPr lang="pt-BR" sz="4400" dirty="0" smtClean="0"/>
          </a:p>
          <a:p>
            <a:pPr algn="ctr"/>
            <a:endParaRPr lang="pt-BR" sz="4400" dirty="0"/>
          </a:p>
          <a:p>
            <a:pPr algn="ctr"/>
            <a:endParaRPr lang="pt-BR" sz="4400" dirty="0" smtClean="0"/>
          </a:p>
          <a:p>
            <a:pPr algn="ctr"/>
            <a:endParaRPr lang="pt-BR" sz="4400" dirty="0"/>
          </a:p>
          <a:p>
            <a:pPr algn="ctr"/>
            <a:endParaRPr lang="pt-BR" sz="4400" dirty="0" smtClean="0"/>
          </a:p>
        </p:txBody>
      </p:sp>
      <p:sp>
        <p:nvSpPr>
          <p:cNvPr id="6" name="Retângulo de cantos arredondados 5"/>
          <p:cNvSpPr/>
          <p:nvPr/>
        </p:nvSpPr>
        <p:spPr>
          <a:xfrm>
            <a:off x="-1692696" y="2245853"/>
            <a:ext cx="3672408" cy="1296144"/>
          </a:xfrm>
          <a:prstGeom prst="roundRect">
            <a:avLst>
              <a:gd name="adj" fmla="val 8580"/>
            </a:avLst>
          </a:prstGeom>
          <a:solidFill>
            <a:srgbClr val="002060">
              <a:alpha val="82000"/>
            </a:srgb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600" dirty="0" smtClean="0"/>
              <a:t>MANUTENÇÃO DE FROTA</a:t>
            </a:r>
          </a:p>
        </p:txBody>
      </p:sp>
      <p:sp>
        <p:nvSpPr>
          <p:cNvPr id="7" name="Retângulo de cantos arredondados 6"/>
          <p:cNvSpPr/>
          <p:nvPr/>
        </p:nvSpPr>
        <p:spPr>
          <a:xfrm>
            <a:off x="2123728" y="692696"/>
            <a:ext cx="3816424" cy="1309416"/>
          </a:xfrm>
          <a:prstGeom prst="roundRect">
            <a:avLst>
              <a:gd name="adj" fmla="val 8580"/>
            </a:avLst>
          </a:prstGeom>
          <a:solidFill>
            <a:srgbClr val="002060">
              <a:alpha val="82000"/>
            </a:srgb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600" dirty="0" smtClean="0"/>
              <a:t>CADÊ O CARRO?</a:t>
            </a:r>
          </a:p>
        </p:txBody>
      </p:sp>
      <p:sp>
        <p:nvSpPr>
          <p:cNvPr id="8" name="Retângulo de cantos arredondados 7"/>
          <p:cNvSpPr/>
          <p:nvPr/>
        </p:nvSpPr>
        <p:spPr>
          <a:xfrm>
            <a:off x="2123728" y="2245853"/>
            <a:ext cx="3816424" cy="1296144"/>
          </a:xfrm>
          <a:prstGeom prst="roundRect">
            <a:avLst>
              <a:gd name="adj" fmla="val 8580"/>
            </a:avLst>
          </a:prstGeom>
          <a:solidFill>
            <a:srgbClr val="002060">
              <a:alpha val="82000"/>
            </a:srgb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600" dirty="0" smtClean="0"/>
              <a:t>EXECUÇÃO CONTRATUAL</a:t>
            </a:r>
          </a:p>
        </p:txBody>
      </p:sp>
      <p:sp>
        <p:nvSpPr>
          <p:cNvPr id="9" name="Retângulo de cantos arredondados 8"/>
          <p:cNvSpPr/>
          <p:nvPr/>
        </p:nvSpPr>
        <p:spPr>
          <a:xfrm>
            <a:off x="6084168" y="2245853"/>
            <a:ext cx="3672408" cy="1296144"/>
          </a:xfrm>
          <a:prstGeom prst="roundRect">
            <a:avLst>
              <a:gd name="adj" fmla="val 8580"/>
            </a:avLst>
          </a:prstGeom>
          <a:solidFill>
            <a:srgbClr val="002060">
              <a:alpha val="82000"/>
            </a:srgb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600" dirty="0" smtClean="0"/>
              <a:t>SAT</a:t>
            </a:r>
          </a:p>
        </p:txBody>
      </p:sp>
      <p:sp>
        <p:nvSpPr>
          <p:cNvPr id="10" name="Retângulo de cantos arredondados 9"/>
          <p:cNvSpPr/>
          <p:nvPr/>
        </p:nvSpPr>
        <p:spPr>
          <a:xfrm>
            <a:off x="-1692696" y="3861048"/>
            <a:ext cx="3672408" cy="1296144"/>
          </a:xfrm>
          <a:prstGeom prst="roundRect">
            <a:avLst>
              <a:gd name="adj" fmla="val 8580"/>
            </a:avLst>
          </a:prstGeom>
          <a:solidFill>
            <a:srgbClr val="002060">
              <a:alpha val="82000"/>
            </a:srgb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600" dirty="0" smtClean="0"/>
              <a:t>SAF</a:t>
            </a:r>
          </a:p>
        </p:txBody>
      </p:sp>
      <p:sp>
        <p:nvSpPr>
          <p:cNvPr id="11" name="Retângulo de cantos arredondados 10"/>
          <p:cNvSpPr/>
          <p:nvPr/>
        </p:nvSpPr>
        <p:spPr>
          <a:xfrm>
            <a:off x="2123728" y="3861048"/>
            <a:ext cx="3816424" cy="1296144"/>
          </a:xfrm>
          <a:prstGeom prst="roundRect">
            <a:avLst>
              <a:gd name="adj" fmla="val 8580"/>
            </a:avLst>
          </a:prstGeom>
          <a:solidFill>
            <a:srgbClr val="002060">
              <a:alpha val="82000"/>
            </a:srgb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600" dirty="0" smtClean="0"/>
              <a:t>UGE</a:t>
            </a:r>
          </a:p>
        </p:txBody>
      </p:sp>
      <p:sp>
        <p:nvSpPr>
          <p:cNvPr id="12" name="Retângulo de cantos arredondados 11"/>
          <p:cNvSpPr/>
          <p:nvPr/>
        </p:nvSpPr>
        <p:spPr>
          <a:xfrm>
            <a:off x="6084168" y="3861048"/>
            <a:ext cx="3672408" cy="1296144"/>
          </a:xfrm>
          <a:prstGeom prst="roundRect">
            <a:avLst>
              <a:gd name="adj" fmla="val 8580"/>
            </a:avLst>
          </a:prstGeom>
          <a:solidFill>
            <a:srgbClr val="002060">
              <a:alpha val="82000"/>
            </a:srgb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600" dirty="0" smtClean="0"/>
              <a:t>MAT/COMB</a:t>
            </a:r>
          </a:p>
        </p:txBody>
      </p:sp>
      <p:sp>
        <p:nvSpPr>
          <p:cNvPr id="13" name="Retângulo de cantos arredondados 12"/>
          <p:cNvSpPr/>
          <p:nvPr/>
        </p:nvSpPr>
        <p:spPr>
          <a:xfrm>
            <a:off x="-1687264" y="5301208"/>
            <a:ext cx="3672408" cy="1296144"/>
          </a:xfrm>
          <a:prstGeom prst="roundRect">
            <a:avLst>
              <a:gd name="adj" fmla="val 8580"/>
            </a:avLst>
          </a:prstGeom>
          <a:solidFill>
            <a:srgbClr val="002060">
              <a:alpha val="82000"/>
            </a:srgb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600" dirty="0" smtClean="0"/>
              <a:t>ADM</a:t>
            </a:r>
          </a:p>
        </p:txBody>
      </p:sp>
      <p:sp>
        <p:nvSpPr>
          <p:cNvPr id="14" name="Retângulo de cantos arredondados 13"/>
          <p:cNvSpPr/>
          <p:nvPr/>
        </p:nvSpPr>
        <p:spPr>
          <a:xfrm>
            <a:off x="2129160" y="5301208"/>
            <a:ext cx="3816424" cy="1296144"/>
          </a:xfrm>
          <a:prstGeom prst="roundRect">
            <a:avLst>
              <a:gd name="adj" fmla="val 8580"/>
            </a:avLst>
          </a:prstGeom>
          <a:solidFill>
            <a:srgbClr val="002060">
              <a:alpha val="82000"/>
            </a:srgb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600" dirty="0" smtClean="0"/>
              <a:t>PESQUISA DE FROTA</a:t>
            </a:r>
          </a:p>
        </p:txBody>
      </p:sp>
      <p:sp>
        <p:nvSpPr>
          <p:cNvPr id="15" name="Retângulo de cantos arredondados 14"/>
          <p:cNvSpPr/>
          <p:nvPr/>
        </p:nvSpPr>
        <p:spPr>
          <a:xfrm>
            <a:off x="6089600" y="5301208"/>
            <a:ext cx="3672408" cy="1296144"/>
          </a:xfrm>
          <a:prstGeom prst="roundRect">
            <a:avLst>
              <a:gd name="adj" fmla="val 8580"/>
            </a:avLst>
          </a:prstGeom>
          <a:solidFill>
            <a:srgbClr val="002060">
              <a:alpha val="82000"/>
            </a:srgbClr>
          </a:solidFill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3600" dirty="0" smtClean="0"/>
              <a:t>PNCP</a:t>
            </a:r>
          </a:p>
        </p:txBody>
      </p:sp>
    </p:spTree>
    <p:extLst>
      <p:ext uri="{BB962C8B-B14F-4D97-AF65-F5344CB8AC3E}">
        <p14:creationId xmlns:p14="http://schemas.microsoft.com/office/powerpoint/2010/main" val="31348007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22</Words>
  <Application>Microsoft Office PowerPoint</Application>
  <PresentationFormat>Apresentação na tela (4:3)</PresentationFormat>
  <Paragraphs>19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Apresentação do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JOSE MAYCON DE PAIVA HONORATO</dc:creator>
  <cp:lastModifiedBy>JOSE MAYCON DE PAIVA HONORATO</cp:lastModifiedBy>
  <cp:revision>2</cp:revision>
  <dcterms:created xsi:type="dcterms:W3CDTF">2026-06-15T12:32:39Z</dcterms:created>
  <dcterms:modified xsi:type="dcterms:W3CDTF">2026-06-15T15:33:08Z</dcterms:modified>
</cp:coreProperties>
</file>